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title_asset_final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5961888" y="269748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Patrones de Diseño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961888" y="342900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Adapter y Bridge (Patrones Estructurales)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Basado en Refactoring.Guru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507809" y="6066202"/>
            <a:ext cx="7683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Jorge Andrés Patiño Vargas / Programación Orientada a Objetos /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Patrones </a:t>
            </a:r>
            <a:r>
              <a:rPr b="1" lang="en-US" sz="3200">
                <a:solidFill>
                  <a:srgbClr val="13501B"/>
                </a:solidFill>
              </a:rPr>
              <a:t>de diseño</a:t>
            </a: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: ¿qué resuelven?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Los patrones estructurales muestran cómo combinar clases y objetos en estructuras más grandes, manteniéndolas flexibles y fáciles de mantener.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Adapter conecta interfaces incompatibles, para que dos objetos que no fueron pensados para colaborar puedan trabajar juntos.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 separa una clase que crece en varias direcciones en dos jerarquías independientes, unidas por composición en vez de herencia.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Adapter: el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3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Imagina una app que descarga datos de mercado en formato XML y necesitas integrar una librería de análisis externa que solo entiende JSON.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3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Esa librería es de un tercero: no se puede modificar su código ni obligarla a trabajar con XML sin arriesgar su funcionamiento.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Adapter: la solución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Se crea un objeto "adaptador" que envuelve al objeto con la interfaz incompatible y traduce sus llamadas a la interfaz que el cliente entiende.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El objeto envuelto ni siquiera sabe que existe un adaptador: sigue funcionando igual, solo que ahora alguien traduce por él.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3501B"/>
                </a:solidFill>
              </a:rPr>
              <a:t>F</a:t>
            </a: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unciona como un traductor simultáneo entre dos personas que hablan idiomas distintos: cada una sigue hablando el suyo.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Incluso es posible crear un adaptador de dos vías, que traduce las llamadas en ambos sentidos.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Bridge: el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Piensa en una clase Forma con subclases Círculo y Cuadrado, a la que quieres agregarle colores como Rojo y Azul.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Si combinas forma y color solo con herencia, terminas creando una subclase por cada combinación: CírculoRojo, CírculoAzul, CuadradoRojo, CuadradoAzul.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Cada forma o color nuevo multiplica el número de clases: la jerarquía crece de forma exponencial y se vuelve difícil de mantener.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Bridge: la solución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En vez de heredar todas las combinaciones, se separan forma y color en dos jerarquías independientes, unidas por composición.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La forma guarda una referencia a un objeto color y le delega ese trabajo, en lugar de implementarlo ella misma.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Analogía: un control remoto y el aparato que controla, televisor o radio, son independientes; el mismo control puede manejar distintos aparatos, y un aparato puede recibir distintos controles.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watermark_final.png" id="62" name="Google Shape;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/>
        </p:nvSpPr>
        <p:spPr>
          <a:xfrm>
            <a:off x="969264" y="56692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 y Adapter: la diferencia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969264" y="1600200"/>
            <a:ext cx="10058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 se diseña desde el inicio del proyecto para separar dimensiones que van a crecer; Adapter se aplica después, sobre código ya existente que no encaja.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Bridge permite cambiar la implementación en tiempo de ejecución, como cambiar el color de una forma sin tocar su clase.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3501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501B"/>
                </a:solidFill>
                <a:latin typeface="Arial"/>
                <a:ea typeface="Arial"/>
                <a:cs typeface="Arial"/>
                <a:sym typeface="Arial"/>
              </a:rPr>
              <a:t>Ambos usan composición en vez de herencia, pero resuelven problemas distintos: uno evita el choque de interfaces, el otro evita la explosión de clases.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losing_bg.png"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